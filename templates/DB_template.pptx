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Glacial Indifference Bold" charset="1" panose="00000800000000000000"/>
      <p:regular r:id="rId10"/>
    </p:embeddedFont>
    <p:embeddedFont>
      <p:font typeface="Inter Bold" charset="1" panose="020B0802030000000004"/>
      <p:regular r:id="rId11"/>
    </p:embeddedFont>
    <p:embeddedFont>
      <p:font typeface="Neue Montreal" charset="1" panose="000004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211212">
            <a:off x="5167724" y="-1165126"/>
            <a:ext cx="12331803" cy="9917211"/>
            <a:chOff x="0" y="0"/>
            <a:chExt cx="3010359" cy="24209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0359" cy="2420925"/>
            </a:xfrm>
            <a:custGeom>
              <a:avLst/>
              <a:gdLst/>
              <a:ahLst/>
              <a:cxnLst/>
              <a:rect r="r" b="b" t="t" l="l"/>
              <a:pathLst>
                <a:path h="2420925" w="3010359">
                  <a:moveTo>
                    <a:pt x="37668" y="0"/>
                  </a:moveTo>
                  <a:lnTo>
                    <a:pt x="2972691" y="0"/>
                  </a:lnTo>
                  <a:cubicBezTo>
                    <a:pt x="2993495" y="0"/>
                    <a:pt x="3010359" y="16865"/>
                    <a:pt x="3010359" y="37668"/>
                  </a:cubicBezTo>
                  <a:lnTo>
                    <a:pt x="3010359" y="2383257"/>
                  </a:lnTo>
                  <a:cubicBezTo>
                    <a:pt x="3010359" y="2404060"/>
                    <a:pt x="2993495" y="2420925"/>
                    <a:pt x="2972691" y="2420925"/>
                  </a:cubicBezTo>
                  <a:lnTo>
                    <a:pt x="37668" y="2420925"/>
                  </a:lnTo>
                  <a:cubicBezTo>
                    <a:pt x="16865" y="2420925"/>
                    <a:pt x="0" y="2404060"/>
                    <a:pt x="0" y="2383257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A5C8">
                    <a:alpha val="8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10359" cy="246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211212">
            <a:off x="-3866503" y="-3315234"/>
            <a:ext cx="15203203" cy="15810641"/>
            <a:chOff x="0" y="0"/>
            <a:chExt cx="3711306" cy="38595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11306" cy="3859590"/>
            </a:xfrm>
            <a:custGeom>
              <a:avLst/>
              <a:gdLst/>
              <a:ahLst/>
              <a:cxnLst/>
              <a:rect r="r" b="b" t="t" l="l"/>
              <a:pathLst>
                <a:path h="3859590" w="3711306">
                  <a:moveTo>
                    <a:pt x="30554" y="0"/>
                  </a:moveTo>
                  <a:lnTo>
                    <a:pt x="3680752" y="0"/>
                  </a:lnTo>
                  <a:cubicBezTo>
                    <a:pt x="3697627" y="0"/>
                    <a:pt x="3711306" y="13679"/>
                    <a:pt x="3711306" y="30554"/>
                  </a:cubicBezTo>
                  <a:lnTo>
                    <a:pt x="3711306" y="3829036"/>
                  </a:lnTo>
                  <a:cubicBezTo>
                    <a:pt x="3711306" y="3845911"/>
                    <a:pt x="3697627" y="3859590"/>
                    <a:pt x="3680752" y="3859590"/>
                  </a:cubicBezTo>
                  <a:lnTo>
                    <a:pt x="30554" y="3859590"/>
                  </a:lnTo>
                  <a:cubicBezTo>
                    <a:pt x="13679" y="3859590"/>
                    <a:pt x="0" y="3845911"/>
                    <a:pt x="0" y="3829036"/>
                  </a:cubicBezTo>
                  <a:lnTo>
                    <a:pt x="0" y="30554"/>
                  </a:lnTo>
                  <a:cubicBezTo>
                    <a:pt x="0" y="13679"/>
                    <a:pt x="13679" y="0"/>
                    <a:pt x="30554" y="0"/>
                  </a:cubicBezTo>
                  <a:close/>
                </a:path>
              </a:pathLst>
            </a:custGeom>
            <a:solidFill>
              <a:srgbClr val="F7F8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11306" cy="390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211212">
            <a:off x="10159323" y="-8669142"/>
            <a:ext cx="12243504" cy="12243504"/>
            <a:chOff x="0" y="0"/>
            <a:chExt cx="2988804" cy="29888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88804" cy="2988804"/>
            </a:xfrm>
            <a:custGeom>
              <a:avLst/>
              <a:gdLst/>
              <a:ahLst/>
              <a:cxnLst/>
              <a:rect r="r" b="b" t="t" l="l"/>
              <a:pathLst>
                <a:path h="2988804" w="2988804">
                  <a:moveTo>
                    <a:pt x="37940" y="0"/>
                  </a:moveTo>
                  <a:lnTo>
                    <a:pt x="2950864" y="0"/>
                  </a:lnTo>
                  <a:cubicBezTo>
                    <a:pt x="2971818" y="0"/>
                    <a:pt x="2988804" y="16986"/>
                    <a:pt x="2988804" y="37940"/>
                  </a:cubicBezTo>
                  <a:lnTo>
                    <a:pt x="2988804" y="2950864"/>
                  </a:lnTo>
                  <a:cubicBezTo>
                    <a:pt x="2988804" y="2960927"/>
                    <a:pt x="2984807" y="2970577"/>
                    <a:pt x="2977692" y="2977692"/>
                  </a:cubicBezTo>
                  <a:cubicBezTo>
                    <a:pt x="2970577" y="2984807"/>
                    <a:pt x="2960927" y="2988804"/>
                    <a:pt x="2950864" y="2988804"/>
                  </a:cubicBezTo>
                  <a:lnTo>
                    <a:pt x="37940" y="2988804"/>
                  </a:lnTo>
                  <a:cubicBezTo>
                    <a:pt x="27877" y="2988804"/>
                    <a:pt x="18227" y="2984807"/>
                    <a:pt x="11112" y="2977692"/>
                  </a:cubicBezTo>
                  <a:cubicBezTo>
                    <a:pt x="3997" y="2970577"/>
                    <a:pt x="0" y="2960927"/>
                    <a:pt x="0" y="2950864"/>
                  </a:cubicBezTo>
                  <a:lnTo>
                    <a:pt x="0" y="37940"/>
                  </a:lnTo>
                  <a:cubicBezTo>
                    <a:pt x="0" y="27877"/>
                    <a:pt x="3997" y="18227"/>
                    <a:pt x="11112" y="11112"/>
                  </a:cubicBezTo>
                  <a:cubicBezTo>
                    <a:pt x="18227" y="3997"/>
                    <a:pt x="27877" y="0"/>
                    <a:pt x="37940" y="0"/>
                  </a:cubicBezTo>
                  <a:close/>
                </a:path>
              </a:pathLst>
            </a:custGeom>
            <a:solidFill>
              <a:srgbClr val="F7F8FA">
                <a:alpha val="6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988804" cy="3036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0034" y="3328319"/>
            <a:ext cx="2841485" cy="2431569"/>
          </a:xfrm>
          <a:custGeom>
            <a:avLst/>
            <a:gdLst/>
            <a:ahLst/>
            <a:cxnLst/>
            <a:rect r="r" b="b" t="t" l="l"/>
            <a:pathLst>
              <a:path h="2431569" w="2841485">
                <a:moveTo>
                  <a:pt x="0" y="0"/>
                </a:moveTo>
                <a:lnTo>
                  <a:pt x="2841485" y="0"/>
                </a:lnTo>
                <a:lnTo>
                  <a:pt x="2841485" y="2431570"/>
                </a:lnTo>
                <a:lnTo>
                  <a:pt x="0" y="2431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305" t="-38728" r="-58965" b="-3198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40233" y="3770901"/>
            <a:ext cx="986455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</a:pPr>
            <a:r>
              <a:rPr lang="en-US" b="true" sz="6000" spc="120">
                <a:solidFill>
                  <a:srgbClr val="2226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DIARIO DI BORDO 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40233" y="4835957"/>
            <a:ext cx="986455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spc="30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GG MESE 2026 | UNIVERSITÀ DI PADOVA</a:t>
            </a:r>
          </a:p>
          <a:p>
            <a:pPr algn="l" marL="0" indent="0" lvl="0">
              <a:lnSpc>
                <a:spcPts val="36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232048" y="5473033"/>
            <a:ext cx="5731481" cy="278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Lorenzo Battistella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Edoardo De Piccoli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Davide Facco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Anna Marini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Andrea Menegaldo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Samuele Vendramin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Simone Zecchinato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55628" y="9399176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327" cy="1096848"/>
            </a:xfrm>
            <a:custGeom>
              <a:avLst/>
              <a:gdLst/>
              <a:ahLst/>
              <a:cxnLst/>
              <a:rect r="r" b="b" t="t" l="l"/>
              <a:pathLst>
                <a:path h="1096848" w="981327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56671"/>
            <a:ext cx="16230600" cy="107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ATTIVITÀ COMPLETATE</a:t>
            </a:r>
          </a:p>
        </p:txBody>
      </p:sp>
      <p:grpSp>
        <p:nvGrpSpPr>
          <p:cNvPr name="Group 6" id="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6691" cy="1096848"/>
            </a:xfrm>
            <a:custGeom>
              <a:avLst/>
              <a:gdLst/>
              <a:ahLst/>
              <a:cxnLst/>
              <a:rect r="r" b="b" t="t" l="l"/>
              <a:pathLst>
                <a:path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6691" cy="1096848"/>
            </a:xfrm>
            <a:custGeom>
              <a:avLst/>
              <a:gdLst/>
              <a:ahLst/>
              <a:cxnLst/>
              <a:rect r="r" b="b" t="t" l="l"/>
              <a:pathLst>
                <a:path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44145" y="2569511"/>
            <a:ext cx="799709" cy="799709"/>
          </a:xfrm>
          <a:custGeom>
            <a:avLst/>
            <a:gdLst/>
            <a:ahLst/>
            <a:cxnLst/>
            <a:rect r="r" b="b" t="t" l="l"/>
            <a:pathLst>
              <a:path h="799709" w="799709">
                <a:moveTo>
                  <a:pt x="0" y="0"/>
                </a:moveTo>
                <a:lnTo>
                  <a:pt x="799710" y="0"/>
                </a:lnTo>
                <a:lnTo>
                  <a:pt x="799710" y="799709"/>
                </a:lnTo>
                <a:lnTo>
                  <a:pt x="0" y="799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38605" y="4966128"/>
            <a:ext cx="46073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8605" y="3911378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SECONDA ATTIVITÀ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0" y="9406701"/>
            <a:ext cx="1028700" cy="880299"/>
          </a:xfrm>
          <a:custGeom>
            <a:avLst/>
            <a:gdLst/>
            <a:ahLst/>
            <a:cxnLst/>
            <a:rect r="r" b="b" t="t" l="l"/>
            <a:pathLst>
              <a:path h="880299" w="1028700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305" t="-38728" r="-58965" b="-3198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3927081"/>
            <a:ext cx="50599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PRIMA ATTIVITÀ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4985" y="4966128"/>
            <a:ext cx="460734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131093" y="3911378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TERZA ATTIVITÀ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31093" y="4930608"/>
            <a:ext cx="460734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955628" y="9399176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327" cy="1096848"/>
            </a:xfrm>
            <a:custGeom>
              <a:avLst/>
              <a:gdLst/>
              <a:ahLst/>
              <a:cxnLst/>
              <a:rect r="r" b="b" t="t" l="l"/>
              <a:pathLst>
                <a:path h="1096848" w="981327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60494"/>
            <a:ext cx="16230600" cy="107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PROSSIMI OBIETTIVI</a:t>
            </a:r>
          </a:p>
        </p:txBody>
      </p:sp>
      <p:grpSp>
        <p:nvGrpSpPr>
          <p:cNvPr name="Group 6" id="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6691" cy="1096848"/>
            </a:xfrm>
            <a:custGeom>
              <a:avLst/>
              <a:gdLst/>
              <a:ahLst/>
              <a:cxnLst/>
              <a:rect r="r" b="b" t="t" l="l"/>
              <a:pathLst>
                <a:path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6691" cy="1096848"/>
            </a:xfrm>
            <a:custGeom>
              <a:avLst/>
              <a:gdLst/>
              <a:ahLst/>
              <a:cxnLst/>
              <a:rect r="r" b="b" t="t" l="l"/>
              <a:pathLst>
                <a:path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511097" y="3806135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TERZO OBIETTIVO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1097" y="4450872"/>
            <a:ext cx="460734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46117" y="4450872"/>
            <a:ext cx="46073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6117" y="3806135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PRIMO OBIETTIVO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27452" y="4450872"/>
            <a:ext cx="475051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70620" y="3806135"/>
            <a:ext cx="485325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SECONDO OBIETTIVO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0" y="9406701"/>
            <a:ext cx="1028700" cy="880299"/>
          </a:xfrm>
          <a:custGeom>
            <a:avLst/>
            <a:gdLst/>
            <a:ahLst/>
            <a:cxnLst/>
            <a:rect r="r" b="b" t="t" l="l"/>
            <a:pathLst>
              <a:path h="880299" w="1028700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05" t="-38728" r="-58965" b="-3198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955628" y="9399176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327" cy="1096848"/>
            </a:xfrm>
            <a:custGeom>
              <a:avLst/>
              <a:gdLst/>
              <a:ahLst/>
              <a:cxnLst/>
              <a:rect r="r" b="b" t="t" l="l"/>
              <a:pathLst>
                <a:path h="1096848" w="981327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3570" y="1256476"/>
            <a:ext cx="16230600" cy="95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0"/>
              </a:lnSpc>
            </a:pPr>
            <a:r>
              <a:rPr lang="en-US" b="true" sz="7100" spc="142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DIFFICOLTÀ RISCONTRATE E DUBBI</a:t>
            </a:r>
          </a:p>
        </p:txBody>
      </p:sp>
      <p:grpSp>
        <p:nvGrpSpPr>
          <p:cNvPr name="Group 6" id="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6691" cy="1096848"/>
            </a:xfrm>
            <a:custGeom>
              <a:avLst/>
              <a:gdLst/>
              <a:ahLst/>
              <a:cxnLst/>
              <a:rect r="r" b="b" t="t" l="l"/>
              <a:pathLst>
                <a:path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6691" cy="1096848"/>
            </a:xfrm>
            <a:custGeom>
              <a:avLst/>
              <a:gdLst/>
              <a:ahLst/>
              <a:cxnLst/>
              <a:rect r="r" b="b" t="t" l="l"/>
              <a:pathLst>
                <a:path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9406701"/>
            <a:ext cx="1028700" cy="880299"/>
          </a:xfrm>
          <a:custGeom>
            <a:avLst/>
            <a:gdLst/>
            <a:ahLst/>
            <a:cxnLst/>
            <a:rect r="r" b="b" t="t" l="l"/>
            <a:pathLst>
              <a:path h="880299" w="1028700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05" t="-38728" r="-58965" b="-31989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773377" y="8216695"/>
            <a:ext cx="418787" cy="418787"/>
          </a:xfrm>
          <a:custGeom>
            <a:avLst/>
            <a:gdLst/>
            <a:ahLst/>
            <a:cxnLst/>
            <a:rect r="r" b="b" t="t" l="l"/>
            <a:pathLst>
              <a:path h="418787" w="418787">
                <a:moveTo>
                  <a:pt x="418787" y="0"/>
                </a:moveTo>
                <a:lnTo>
                  <a:pt x="0" y="0"/>
                </a:lnTo>
                <a:lnTo>
                  <a:pt x="0" y="418787"/>
                </a:lnTo>
                <a:lnTo>
                  <a:pt x="418787" y="418787"/>
                </a:lnTo>
                <a:lnTo>
                  <a:pt x="4187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32987" y="4302404"/>
            <a:ext cx="57753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SECONDA DIFFICOLTÀ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0360" y="4728619"/>
            <a:ext cx="592550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17511" y="4302404"/>
            <a:ext cx="589835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pc="299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PRIMA DIFFICOLTÀ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67996" y="4721480"/>
            <a:ext cx="5505381" cy="48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7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Lorem ipsum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55628" y="9399176"/>
            <a:ext cx="460734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</a:pPr>
            <a:r>
              <a:rPr lang="en-US" b="true" sz="2999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DAHIzPC2lIQ</dc:identifier>
  <dcterms:modified xsi:type="dcterms:W3CDTF">2011-08-01T06:04:30Z</dcterms:modified>
  <cp:revision>1</cp:revision>
  <dc:title>DB_2026-05-015</dc:title>
</cp:coreProperties>
</file>